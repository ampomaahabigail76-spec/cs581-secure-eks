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200400" cy="3200400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926080"/>
            <a:ext cx="2286000" cy="2286000"/>
          </a:xfrm>
          <a:prstGeom prst="rect">
            <a:avLst/>
          </a:prstGeom>
          <a:solidFill>
            <a:srgbClr val="0CF2D4">
              <a:alpha val="8000"/>
            </a:srgbClr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00B4D8"/>
                </a:solidFill>
              </a:rPr>
              <a:t>CS581 · CLOUD SECURITY · SPRING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Cloud-Native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on AWS EKS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26334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8D8E8"/>
                </a:solidFill>
              </a:rPr>
              <a:t>Design · Implementation · Security Hardening · Threat Simulation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90672"/>
            <a:ext cx="41148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Abigail Ampomaah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EAEC7"/>
                </a:solidFill>
              </a:rPr>
              <a:t>San Francisco Bay University  ·  Account: 552823820626  ·  Cluster: cs581-secure-cluster (us-east-1)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4048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P1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IAC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16736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6736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P2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App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49424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P3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IAM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82112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82112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P4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Net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0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P5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Data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47488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P6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Cont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80176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0176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P7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Mon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12864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12864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P8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Threat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845552" y="4187952"/>
            <a:ext cx="822960" cy="713232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45552" y="4187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P9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</a:rPr>
              <a:t>Docs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Fintech Cloud Security Threats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Why securing a cloud-native application is mission-critical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4300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91440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☁  Unsecured Workloads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5636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Container breakout and lateral movement across pods and namespaces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14300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143000"/>
            <a:ext cx="54864" cy="9144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 Credential Exposure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01768" y="15636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Hardcoded secrets in code, environment vars, and unencrypted config maps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24028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240280"/>
            <a:ext cx="54864" cy="91440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🌐  Over-Permissive Network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266090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Flat network allows any pod to communicate with any other pod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224028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2240280"/>
            <a:ext cx="54864" cy="9144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🔓  Weak IAM Controls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01768" y="266090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Overly broad IAM roles grant excessive permissions to workloads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33756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337560"/>
            <a:ext cx="54864" cy="91440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29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📦  Vulnerable Images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Unscanned container images with known CVEs deployed to production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3337560"/>
            <a:ext cx="4160520" cy="9144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337560"/>
            <a:ext cx="54864" cy="9144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3429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👁  No Threat Detection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01768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Attackers operate undetected without runtime monitoring and alerting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solidFill>
            <a:srgbClr val="112240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This project addresses ALL six threat categories using AWS EKS security best practices.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CS581 — Secure Cloud-Native Architecture on AWS EKS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60120"/>
            <a:ext cx="8595360" cy="38404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Infrastructure as Code (Terraform)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Complete EKS cluster provisioned with Terraform v1.14.8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4023360" cy="29260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54864" cy="2926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789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What Was Deployed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VPC 10.0.0.0/16 · public/private subnets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EKS cluster: cs581-secure-cluster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139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Managed node group (t3.medium, private)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IAM roles · IRSA · KMS key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798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EKS encryptionConfig for etcd secrets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1272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Security groups · VPC Flow Logs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8D8E8"/>
                </a:solidFill>
              </a:rPr>
              <a:t>✅  Terraform apply: ~17 minutes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005840"/>
            <a:ext cx="4114800" cy="29260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005840"/>
            <a:ext cx="54864" cy="2926080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1078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CF2D4"/>
                </a:solidFill>
              </a:rPr>
              <a:t>Tools &amp; Versions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19472" y="1481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Terraform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v1.14.8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9472" y="1810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eksctl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810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v0.225.0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19472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kubectl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55080" y="2139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v1.35.3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19472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Helm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5508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v4.1.3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19472" y="27980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Trivy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55080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v0.69.3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19472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F2D4"/>
                </a:solidFill>
              </a:rPr>
              <a:t>AWS CLI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3127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v2.34.29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0040" y="4160520"/>
            <a:ext cx="8503920" cy="292608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arn:aws:eks:us-east-1:552823820626:cluster/cs581-secure-cluster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Application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Live kubectl evidence: pods running for 20+ days, zero restarts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241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</a:rPr>
              <a:t>LIVE EVIDENCE — kubectl get nodes; get pods; get services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25880"/>
            <a:ext cx="8503920" cy="1600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CF2D4"/>
                </a:solidFill>
              </a:rPr>
              <a:t>LIVE EVIDENCE — kubectl get networkpolicies; roles; rolebindings; secrets</a:t>
            </a:r>
            <a:endParaRPr lang="en-US" sz="9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91840"/>
            <a:ext cx="850392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Identity &amp; Access Management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Least-privilege IAM · IRSA scoped to ONE pod · Kubernetes RBAC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FFB703"/>
                </a:solidFill>
              </a:rPr>
              <a:t>BackendSecretsPolicy — Customer Managed IAM Policy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298448"/>
            <a:ext cx="5029200" cy="21031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5623560" y="1005840"/>
            <a:ext cx="3200400" cy="23774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23560" y="1005840"/>
            <a:ext cx="54864" cy="23774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33872" y="1078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B703"/>
                </a:solidFill>
              </a:rPr>
              <a:t>IAM + RBAC + IRSA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833872" y="1417320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BackendSecretsPolicy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833872" y="1591056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secretsmanager:GetSecretValue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833872" y="1764792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kms:Decrypt on 1 key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833872" y="1938528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region: us-east-1 only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833872" y="2112264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833872" y="2286000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IRSA: ONE pod only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833872" y="2459736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system:serviceaccount: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833872" y="2633472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fintech-app:app-backend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833872" y="2807208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833872" y="2980944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app-reader (read only)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833872" y="3154680"/>
            <a:ext cx="2834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RoleBinding: app-reader-binding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20040" y="349300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</a:rPr>
              <a:t>LIVE — Roles, RoleBindings, Kubernetes Secrets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749040"/>
            <a:ext cx="8503920" cy="1115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Network Security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Zero-trust Kubernetes NetworkPolicies — 4 policies enforced for 26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24128"/>
            <a:ext cx="4160520" cy="12344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24128"/>
            <a:ext cx="54864" cy="123444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15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F23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default-deny-all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Blocks ALL ingress and egress. No pod communicates unless explicitly allowed.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024128"/>
            <a:ext cx="4160520" cy="12344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24128"/>
            <a:ext cx="54864" cy="1234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115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allow-frontend-ingress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Only internet traffic to frontend pods on port 80 via ALB.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414016"/>
            <a:ext cx="4160520" cy="12344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14016"/>
            <a:ext cx="54864" cy="1234440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F2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allow-frontend-to-backend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8346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Frontend (app=frontend) to backend (app=backend) on port 3000 only.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414016"/>
            <a:ext cx="4160520" cy="12344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414016"/>
            <a:ext cx="54864" cy="12344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70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allow-egress-dns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</a:rPr>
              <a:t>Permits DNS (UDP 53) for all pods to resolve service names.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4526280"/>
            <a:ext cx="8503920" cy="347472"/>
          </a:xfrm>
          <a:prstGeom prst="rect">
            <a:avLst/>
          </a:prstGeom>
          <a:solidFill>
            <a:srgbClr val="112240"/>
          </a:solidFill>
          <a:ln w="6350">
            <a:solidFill>
              <a:srgbClr val="00B4D8"/>
            </a:solidFill>
          </a:ln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kubectl get networkpolicies -n fintech-app  →  4 policies active · AGE: 26d each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— Data Security &amp; Encryption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Secrets Manager · KMS AES-256 · db-secret in Kubernetes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</a:rPr>
              <a:t>LIVE — AWS Secrets Manager: cs581/db-password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298448"/>
            <a:ext cx="5486400" cy="26060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6080760" y="1005840"/>
            <a:ext cx="2743200" cy="260604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080760" y="1005840"/>
            <a:ext cx="54864" cy="26060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91072" y="1078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D6A0"/>
                </a:solidFill>
              </a:rPr>
              <a:t>Encryption Details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91072" y="144475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Secret Name: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562088" y="14447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cs581/db-password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291072" y="16916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Encryption: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562088" y="169164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aws/secretsmanager KMS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291072" y="193852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Algorithm: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562088" y="193852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AES-256 envelope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291072" y="218541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Account: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562088" y="218541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552823820626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291072" y="243230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K8s Secret: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7562088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db-secret (Opaque, 26d)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291072" y="267919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IRSA Access: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562088" y="26791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app-backend only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291072" y="29260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kms:Decrypt: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7562088" y="29260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key, scoped only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291072" y="31729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Rotation: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562088" y="317296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Lambda ready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20040" y="4133088"/>
            <a:ext cx="8503920" cy="320040"/>
          </a:xfrm>
          <a:prstGeom prst="rect">
            <a:avLst/>
          </a:prstGeom>
          <a:solidFill>
            <a:srgbClr val="112240"/>
          </a:solidFill>
          <a:ln w="6350">
            <a:solidFill>
              <a:srgbClr val="06D6A0"/>
            </a:solidFill>
          </a:ln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D6A0"/>
                </a:solidFill>
              </a:rPr>
              <a:t>encryptionConfig verified: aws eks describe-cluster → resources:[secrets] ✅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Security: Encryption Everywhere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AES-256 at rest · TLS 1.3 in transit · KMS key management · Zero plaintext credentials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87552"/>
            <a:ext cx="4160520" cy="16276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87552"/>
            <a:ext cx="54864" cy="16276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789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🔒  Encryption at Rest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KMS AES-256 envelope encryption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21208" y="1719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EKS etcd encryptionConfig active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21208" y="1993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EBS worker node volumes encrypted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2120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Secrets Manager: aws/secretsmanager key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987552"/>
            <a:ext cx="4160520" cy="16276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87552"/>
            <a:ext cx="54864" cy="1627632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0789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🌐  Encryption in Transit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56048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ALB: TLS 1.3 (ACM certificate)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956048" y="1719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EKS control plane ↔ node: mTLS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56048" y="1993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AWS API calls: HTTPS + SigV4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5604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Pod-to-pod: Nitro hypervisor layer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770632"/>
            <a:ext cx="4160520" cy="16276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770632"/>
            <a:ext cx="54864" cy="162763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862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 Key Management &amp; Rotation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" y="3227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KMS annual automatic rotation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1208" y="3502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IRSA STS tokens: 1-hour TTL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1208" y="3776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Secrets Manager Lambda rotation ready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21208" y="4050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No long-lived access keys anywhere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770632"/>
            <a:ext cx="4160520" cy="162763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770632"/>
            <a:ext cx="54864" cy="16276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2862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  Zero Plaintext Policy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56048" y="3227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No secrets in code or env vars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956048" y="3502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No credentials in ConfigMaps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56048" y="3776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No :latest image tags (immutable)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56048" y="4050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• kms:Decrypt scoped to 1 key only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— Container Security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Trivy scanning · Pod Security Standards · Hardened runtime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24128"/>
            <a:ext cx="4160520" cy="13716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24128"/>
            <a:ext cx="54864" cy="1371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1161288"/>
            <a:ext cx="438912" cy="438912"/>
          </a:xfrm>
          <a:prstGeom prst="ellipse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161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1152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Image Scanning (Trivy)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nginx:alpine → 0 CRITICAL/HIGH CVEs ✅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nginx:latest → 2 CVEs → replaced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python:3.11-slim → 10 HIGH CVEs documented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024128"/>
            <a:ext cx="4160520" cy="13716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24128"/>
            <a:ext cx="54864" cy="1371600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9472" y="1161288"/>
            <a:ext cx="438912" cy="438912"/>
          </a:xfrm>
          <a:prstGeom prst="ellipse">
            <a:avLst/>
          </a:prstGeom>
          <a:solidFill>
            <a:srgbClr val="0CF2D4">
              <a:alpha val="85000"/>
            </a:srgbClr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161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04688" y="1152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Non-Root + ReadOnly FS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04688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runAsNonRoot: true enforced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readOnlyRootFilesystem: true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allowPrivilegeEscalation: false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32888"/>
            <a:ext cx="4160520" cy="13716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532888"/>
            <a:ext cx="54864" cy="13716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" y="2670048"/>
            <a:ext cx="438912" cy="438912"/>
          </a:xfrm>
          <a:prstGeom prst="ellipse">
            <a:avLst/>
          </a:prstGeom>
          <a:solidFill>
            <a:srgbClr val="FFB703">
              <a:alpha val="85000"/>
            </a:srgbClr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" y="2670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9848" y="2660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Capabilities + seccomp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2971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capabilities.drop: [ALL]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No capabilities added back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seccompProfile: RuntimeDefault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2532888"/>
            <a:ext cx="4160520" cy="137160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532888"/>
            <a:ext cx="54864" cy="1371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19472" y="2670048"/>
            <a:ext cx="438912" cy="438912"/>
          </a:xfrm>
          <a:prstGeom prst="ellipse">
            <a:avLst/>
          </a:prstGeom>
          <a:solidFill>
            <a:srgbClr val="06D6A0">
              <a:alpha val="85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670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04688" y="2660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PSA + Immutable Tags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04688" y="2971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PSA enforce: restricted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No :latest tags — pinned digests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Privileged pod: 1,659 restarts blocked ✅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 — Observability: See Everything, Alert on What Matters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GuardDuty · EKS Audit Logs · VPC Flow Logs · CloudTrail · Container Insights · SNS Alarms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</a:rPr>
              <a:t>LIVE — GuardDuty Summary (Account: 552823820626)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298448"/>
            <a:ext cx="5303520" cy="19202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833872" y="10058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6D6A0"/>
                </a:solidFill>
              </a:rPr>
              <a:t>EKS Audit Log Monitoring — ENABLED</a:t>
            </a:r>
            <a:endParaRPr lang="en-US" sz="9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298448"/>
            <a:ext cx="2990088" cy="82296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  <p:sp>
        <p:nvSpPr>
          <p:cNvPr id="9" name="Shape 5"/>
          <p:cNvSpPr/>
          <p:nvPr/>
        </p:nvSpPr>
        <p:spPr>
          <a:xfrm>
            <a:off x="5833872" y="2240280"/>
            <a:ext cx="2990088" cy="4389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833872" y="2240280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53328" y="227685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CloudWatch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315200" y="22768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835MB · 18,575 records · 24 streams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5833872" y="2752344"/>
            <a:ext cx="2990088" cy="4389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833872" y="2752344"/>
            <a:ext cx="54864" cy="438912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53328" y="27889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VPC Flow Logs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7315200" y="278892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Packet metadata · network forensics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833872" y="3264408"/>
            <a:ext cx="2990088" cy="4389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833872" y="3264408"/>
            <a:ext cx="54864" cy="43891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053328" y="33009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CloudTrail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7315200" y="330098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Every AWS API call · full account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5833872" y="3776472"/>
            <a:ext cx="2990088" cy="4389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33872" y="3776472"/>
            <a:ext cx="54864" cy="43891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53328" y="38130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Container Insights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315200" y="38130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Per-pod CPU · memory · stderr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320040" y="3383280"/>
            <a:ext cx="1572768" cy="658368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20040" y="3419856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1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20040" y="378561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Total Findings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1353312" y="3383280"/>
            <a:ext cx="1572768" cy="658368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353312" y="3419856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LOW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1353312" y="378561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Severity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2386584" y="3383280"/>
            <a:ext cx="1572768" cy="658368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386584" y="3419856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ENABLED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2386584" y="378561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EKS Audit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3419856" y="3383280"/>
            <a:ext cx="1572768" cy="658368"/>
          </a:xfrm>
          <a:prstGeom prst="rect">
            <a:avLst/>
          </a:prstGeom>
          <a:solidFill>
            <a:srgbClr val="112240"/>
          </a:solidFill>
          <a:ln w="10160">
            <a:solidFill>
              <a:srgbClr val="00B4D8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419856" y="3419856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ENABLED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3419856" y="378561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EKS Protection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4453128" y="3383280"/>
            <a:ext cx="1572768" cy="658368"/>
          </a:xfrm>
          <a:prstGeom prst="rect">
            <a:avLst/>
          </a:prstGeom>
          <a:solidFill>
            <a:srgbClr val="112240"/>
          </a:solidFill>
          <a:ln w="10160">
            <a:solidFill>
              <a:srgbClr val="FFB703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453128" y="3419856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703"/>
                </a:solidFill>
              </a:rPr>
              <a:t>SNS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4453128" y="378561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3 Alarms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320040" y="4160520"/>
            <a:ext cx="8503920" cy="320040"/>
          </a:xfrm>
          <a:prstGeom prst="rect">
            <a:avLst/>
          </a:prstGeom>
          <a:solidFill>
            <a:srgbClr val="112240"/>
          </a:solidFill>
          <a:ln w="6350">
            <a:solidFill>
              <a:srgbClr val="FFB703"/>
            </a:solidFill>
          </a:ln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703"/>
                </a:solidFill>
              </a:rPr>
              <a:t>CloudWatch Alarms → SNS → Email: GuardDuty HIGH/MEDIUM · Node CPU &gt;80% · Failed auth &gt;10 in 5min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8 — Three Threat Scenarios Validated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Every attack detected and neutralized end-to-end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EF233C"/>
                </a:solidFill>
              </a:rPr>
              <a:t>LIVE FINDING — Policy:IAMUser/RootCredentialUsage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298448"/>
            <a:ext cx="4389120" cy="18288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4919472" y="1005840"/>
            <a:ext cx="3904488" cy="8961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919472" y="1005840"/>
            <a:ext cx="54864" cy="896112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74920" y="1170432"/>
            <a:ext cx="384048" cy="384048"/>
          </a:xfrm>
          <a:prstGeom prst="ellipse">
            <a:avLst/>
          </a:prstGeom>
          <a:solidFill>
            <a:srgbClr val="EF233C">
              <a:alpha val="80000"/>
            </a:srgbClr>
          </a:solidFill>
          <a:ln w="12700">
            <a:solidFill>
              <a:srgbClr val="EF23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74920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01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06070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Root Credential → GuardDuty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577840" y="131673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ATTACK  AWS root API call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577840" y="149961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233C"/>
                </a:solidFill>
              </a:rPr>
              <a:t>DETECT  Policy:IAMUser/RootCredentialUsage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577840" y="168249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06D6A0"/>
                </a:solidFill>
              </a:rPr>
              <a:t>RESPOND  &lt; 2 min · SNS alert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919472" y="2029968"/>
            <a:ext cx="3904488" cy="8961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919472" y="2029968"/>
            <a:ext cx="54864" cy="89611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74920" y="2194560"/>
            <a:ext cx="384048" cy="384048"/>
          </a:xfrm>
          <a:prstGeom prst="ellipse">
            <a:avLst/>
          </a:prstGeom>
          <a:solidFill>
            <a:srgbClr val="FFB703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749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02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57784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Privileged Container → PSA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577840" y="234086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ATTACK  Privileged pod breakout attempt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577840" y="252374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B703"/>
                </a:solidFill>
              </a:rPr>
              <a:t>DETECT  PSA admission webhook blocked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77840" y="270662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06D6A0"/>
                </a:solidFill>
              </a:rPr>
              <a:t>RESPOND  1,659 restarts · neutralized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919472" y="3054096"/>
            <a:ext cx="3904488" cy="896112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919472" y="3054096"/>
            <a:ext cx="54864" cy="896112"/>
          </a:xfrm>
          <a:prstGeom prst="rect">
            <a:avLst/>
          </a:prstGeom>
          <a:solidFill>
            <a:srgbClr val="0CF2D4"/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74920" y="3218688"/>
            <a:ext cx="384048" cy="384048"/>
          </a:xfrm>
          <a:prstGeom prst="ellipse">
            <a:avLst/>
          </a:prstGeom>
          <a:solidFill>
            <a:srgbClr val="0CF2D4">
              <a:alpha val="80000"/>
            </a:srgbClr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74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03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577840" y="31089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Unauthorized API → RBAC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577840" y="33649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AEC7"/>
                </a:solidFill>
              </a:rPr>
              <a:t>ATTACK  kubectl delete deployment (viewer)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577840" y="35478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CF2D4"/>
                </a:solidFill>
              </a:rPr>
              <a:t>DETECT  403 Forbidden · EKS audit log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577840" y="373075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06D6A0"/>
                </a:solidFill>
              </a:rPr>
              <a:t>RESPOND  &gt;10 denials → SNS alarm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320040" y="4133088"/>
            <a:ext cx="8503920" cy="347472"/>
          </a:xfrm>
          <a:prstGeom prst="rect">
            <a:avLst/>
          </a:prstGeom>
          <a:solidFill>
            <a:srgbClr val="112240"/>
          </a:solidFill>
          <a:ln w="6350">
            <a:solidFill>
              <a:srgbClr val="06D6A0"/>
            </a:solidFill>
          </a:ln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D6A0"/>
                </a:solidFill>
              </a:rPr>
              <a:t>3/3 threat scenarios detected and neutralized ✅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All 9 Phases Complete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Live AWS infrastructure verified May 7,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0120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0149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Infrastructure as Code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127101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Terraform — EKS, VPC, IAM, KMS, VPC Flow Logs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069080" y="960120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1655064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55064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17099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Application Deployment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19659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frontend + backend pods — Running 20+ days, 0 restarts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69080" y="1655064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2350008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350008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2404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Identity &amp; Access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26609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BackendSecretsPolicy + kms:Decrypt + IRSA + RBAC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069080" y="2350008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3044952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44952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0998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Network Security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3558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4 NetworkPolicies — zero-trust default-deny-all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069080" y="3044952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" y="3739896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739896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0120" y="379476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Security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507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Secrets Manager + KMS AES-256 + encryptionConfig verified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3739896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54880" y="960120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960120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394960" y="10149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Container Security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127101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Trivy + non-root + drop ALL caps + seccomp + PSA restricted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503920" y="960120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754880" y="1655064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655064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94960" y="17099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94960" y="19659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GuardDuty + CloudTrail + VPC Flow Logs + SNS + Container Insights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503920" y="1655064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54880" y="2350008"/>
            <a:ext cx="4160520" cy="585216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46320" y="2350008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P8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94960" y="2404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Threat Simulation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94960" y="26609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EAEC7"/>
                </a:solidFill>
              </a:rPr>
              <a:t>3/3 scenarios: GuardDuty · PSA · RBAC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503920" y="2350008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D6A0"/>
                </a:solidFill>
              </a:rPr>
              <a:t>✅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487168" y="4526280"/>
            <a:ext cx="4160520" cy="347472"/>
          </a:xfrm>
          <a:prstGeom prst="rect">
            <a:avLst/>
          </a:prstGeom>
          <a:solidFill>
            <a:srgbClr val="06D6A0">
              <a:alpha val="85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87168" y="452628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P9  Documentation — Technical Report + GitHub + Presentation  ✅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AEC7"/>
                </a:solidFill>
              </a:rPr>
              <a:t>Key takeaways from building a production-grade secure EKS environment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2926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097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🔐  Secrets Belong in AWS Secrets Manager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1208" y="142646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Never use Kubernetes ConfigMaps or env vars for secrets. Secrets Manager with IRSA is the correct production pattern.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097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🌐  Default-Deny is the Foundation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56048" y="142646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Starting with default-deny-all NetworkPolicy is simpler than blocking bad traffic. Any unmapped pod is automatically isolated.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24028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24028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23317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🛡  Detection Works — In Under 2 Minutes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1208" y="266090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GuardDuty caught root credential usage in 2 minutes. Enable monitoring from day one, not as an afterthought.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24028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24028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3317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📦  Scan Before Deploy — Gate the Pipeline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56048" y="266090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Trivy found HIGH CVEs in standard images. A CI/CD scan gate must block deployment — manual scanning is not sufficient.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347472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47472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  IaC Enables Auditability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1208" y="389534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Every resource documented in Terraform. Manual console provisioning leaves no audit trail and cannot be reproduced.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16052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47472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🔑  Least Privilege is Measurable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56048" y="389534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8D8E8"/>
                </a:solidFill>
              </a:rPr>
              <a:t>BackendSecretsPolicy: Read on 1 secret, kms:Decrypt on 1 key, in 1 region. This precision should be standard for all IAM.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3200400"/>
            <a:ext cx="3657600" cy="2743200"/>
          </a:xfrm>
          <a:prstGeom prst="rect">
            <a:avLst/>
          </a:prstGeom>
          <a:solidFill>
            <a:srgbClr val="00B4D8">
              <a:alpha val="1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274320"/>
            <a:ext cx="2743200" cy="2743200"/>
          </a:xfrm>
          <a:prstGeom prst="rect">
            <a:avLst/>
          </a:prstGeom>
          <a:solidFill>
            <a:srgbClr val="0CF2D4">
              <a:alpha val="8000"/>
            </a:srgbClr>
          </a:solidFill>
          <a:ln w="12700">
            <a:solidFill>
              <a:srgbClr val="0CF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Abigail Ampomaah  ·  CS581 Cloud Security  ·  Spring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7680960" cy="384048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🔗 GitHub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233172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github.com/ampomaahabigail76-spec/cs581-secure-eks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807208"/>
            <a:ext cx="7680960" cy="384048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807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☁ Cluster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280720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cs581-secure-cluster  ·  us-east-1  ·  EKS v1.30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282696"/>
            <a:ext cx="7680960" cy="384048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826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🔍 GuardDuty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32826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 f0cf0254fe2e09f6c53af60b11b1b116  ·  3/3 scenarios validated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758184"/>
            <a:ext cx="7680960" cy="384048"/>
          </a:xfrm>
          <a:prstGeom prst="rect">
            <a:avLst/>
          </a:prstGeom>
          <a:solidFill>
            <a:srgbClr val="1122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7581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🔐 Secrets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40280" y="375818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arn:aws:secretsmanager:us-east-1:552823820626:secret:cs581/db-password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4048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16736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16736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49424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49424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82112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0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47488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47488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0176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80176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12864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12864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45552" y="4315968"/>
            <a:ext cx="822960" cy="530352"/>
          </a:xfrm>
          <a:prstGeom prst="rect">
            <a:avLst/>
          </a:prstGeom>
          <a:solidFill>
            <a:srgbClr val="11224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45552" y="431596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P9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CS581 Secure EKS — Final Presentation</dc:title>
  <dc:subject>PptxGenJS Presentation</dc:subject>
  <dc:creator>Abigail Ampomaah</dc:creator>
  <cp:lastModifiedBy>Abigail Ampomaah</cp:lastModifiedBy>
  <cp:revision>1</cp:revision>
  <dcterms:created xsi:type="dcterms:W3CDTF">2026-05-08T06:19:30Z</dcterms:created>
  <dcterms:modified xsi:type="dcterms:W3CDTF">2026-05-08T06:19:30Z</dcterms:modified>
</cp:coreProperties>
</file>